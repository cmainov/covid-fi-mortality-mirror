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8" r:id="rId2"/>
  </p:sldIdLst>
  <p:sldSz cx="7296150" cy="281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33"/>
    <p:restoredTop sz="95909"/>
  </p:normalViewPr>
  <p:slideViewPr>
    <p:cSldViewPr snapToGrid="0">
      <p:cViewPr varScale="1">
        <p:scale>
          <a:sx n="194" d="100"/>
          <a:sy n="194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019" y="460896"/>
            <a:ext cx="5472113" cy="980464"/>
          </a:xfrm>
        </p:spPr>
        <p:txBody>
          <a:bodyPr anchor="b"/>
          <a:lstStyle>
            <a:lvl1pPr algn="ctr"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019" y="1479170"/>
            <a:ext cx="5472113" cy="679936"/>
          </a:xfrm>
        </p:spPr>
        <p:txBody>
          <a:bodyPr/>
          <a:lstStyle>
            <a:lvl1pPr marL="0" indent="0" algn="ctr">
              <a:buNone/>
              <a:defRPr sz="985"/>
            </a:lvl1pPr>
            <a:lvl2pPr marL="187726" indent="0" algn="ctr">
              <a:buNone/>
              <a:defRPr sz="821"/>
            </a:lvl2pPr>
            <a:lvl3pPr marL="375453" indent="0" algn="ctr">
              <a:buNone/>
              <a:defRPr sz="739"/>
            </a:lvl3pPr>
            <a:lvl4pPr marL="563179" indent="0" algn="ctr">
              <a:buNone/>
              <a:defRPr sz="657"/>
            </a:lvl4pPr>
            <a:lvl5pPr marL="750905" indent="0" algn="ctr">
              <a:buNone/>
              <a:defRPr sz="657"/>
            </a:lvl5pPr>
            <a:lvl6pPr marL="938632" indent="0" algn="ctr">
              <a:buNone/>
              <a:defRPr sz="657"/>
            </a:lvl6pPr>
            <a:lvl7pPr marL="1126358" indent="0" algn="ctr">
              <a:buNone/>
              <a:defRPr sz="657"/>
            </a:lvl7pPr>
            <a:lvl8pPr marL="1314084" indent="0" algn="ctr">
              <a:buNone/>
              <a:defRPr sz="657"/>
            </a:lvl8pPr>
            <a:lvl9pPr marL="1501811" indent="0" algn="ctr">
              <a:buNone/>
              <a:defRPr sz="6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10" y="702101"/>
            <a:ext cx="6292929" cy="1171471"/>
          </a:xfrm>
        </p:spPr>
        <p:txBody>
          <a:bodyPr anchor="b"/>
          <a:lstStyle>
            <a:lvl1pPr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10" y="1884655"/>
            <a:ext cx="6292929" cy="616049"/>
          </a:xfrm>
        </p:spPr>
        <p:txBody>
          <a:bodyPr/>
          <a:lstStyle>
            <a:lvl1pPr marL="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1pPr>
            <a:lvl2pPr marL="187726" indent="0">
              <a:buNone/>
              <a:defRPr sz="821">
                <a:solidFill>
                  <a:schemeClr val="tx1">
                    <a:tint val="75000"/>
                  </a:schemeClr>
                </a:solidFill>
              </a:defRPr>
            </a:lvl2pPr>
            <a:lvl3pPr marL="375453" indent="0">
              <a:buNone/>
              <a:defRPr sz="739">
                <a:solidFill>
                  <a:schemeClr val="tx1">
                    <a:tint val="75000"/>
                  </a:schemeClr>
                </a:solidFill>
              </a:defRPr>
            </a:lvl3pPr>
            <a:lvl4pPr marL="563179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4pPr>
            <a:lvl5pPr marL="750905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5pPr>
            <a:lvl6pPr marL="938632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6pPr>
            <a:lvl7pPr marL="1126358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7pPr>
            <a:lvl8pPr marL="1314084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8pPr>
            <a:lvl9pPr marL="1501811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610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3676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49938"/>
            <a:ext cx="6292929" cy="54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561" y="690366"/>
            <a:ext cx="3086613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561" y="1028705"/>
            <a:ext cx="3086613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93676" y="690366"/>
            <a:ext cx="3101814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93676" y="1028705"/>
            <a:ext cx="3101814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814" y="405484"/>
            <a:ext cx="3693676" cy="2001345"/>
          </a:xfrm>
        </p:spPr>
        <p:txBody>
          <a:bodyPr/>
          <a:lstStyle>
            <a:lvl1pPr>
              <a:defRPr sz="1314"/>
            </a:lvl1pPr>
            <a:lvl2pPr>
              <a:defRPr sz="1150"/>
            </a:lvl2pPr>
            <a:lvl3pPr>
              <a:defRPr sz="985"/>
            </a:lvl3pPr>
            <a:lvl4pPr>
              <a:defRPr sz="821"/>
            </a:lvl4pPr>
            <a:lvl5pPr>
              <a:defRPr sz="821"/>
            </a:lvl5pPr>
            <a:lvl6pPr>
              <a:defRPr sz="821"/>
            </a:lvl6pPr>
            <a:lvl7pPr>
              <a:defRPr sz="821"/>
            </a:lvl7pPr>
            <a:lvl8pPr>
              <a:defRPr sz="821"/>
            </a:lvl8pPr>
            <a:lvl9pPr>
              <a:defRPr sz="8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1814" y="405484"/>
            <a:ext cx="3693676" cy="2001345"/>
          </a:xfrm>
        </p:spPr>
        <p:txBody>
          <a:bodyPr anchor="t"/>
          <a:lstStyle>
            <a:lvl1pPr marL="0" indent="0">
              <a:buNone/>
              <a:defRPr sz="1314"/>
            </a:lvl1pPr>
            <a:lvl2pPr marL="187726" indent="0">
              <a:buNone/>
              <a:defRPr sz="1150"/>
            </a:lvl2pPr>
            <a:lvl3pPr marL="375453" indent="0">
              <a:buNone/>
              <a:defRPr sz="985"/>
            </a:lvl3pPr>
            <a:lvl4pPr marL="563179" indent="0">
              <a:buNone/>
              <a:defRPr sz="821"/>
            </a:lvl4pPr>
            <a:lvl5pPr marL="750905" indent="0">
              <a:buNone/>
              <a:defRPr sz="821"/>
            </a:lvl5pPr>
            <a:lvl6pPr marL="938632" indent="0">
              <a:buNone/>
              <a:defRPr sz="821"/>
            </a:lvl6pPr>
            <a:lvl7pPr marL="1126358" indent="0">
              <a:buNone/>
              <a:defRPr sz="821"/>
            </a:lvl7pPr>
            <a:lvl8pPr marL="1314084" indent="0">
              <a:buNone/>
              <a:defRPr sz="821"/>
            </a:lvl8pPr>
            <a:lvl9pPr marL="1501811" indent="0">
              <a:buNone/>
              <a:defRPr sz="8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1308" y="149938"/>
            <a:ext cx="1573232" cy="2386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610" y="149938"/>
            <a:ext cx="4628495" cy="2386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611" y="149938"/>
            <a:ext cx="6292929" cy="54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11" y="749689"/>
            <a:ext cx="6292929" cy="178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610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6850" y="2610224"/>
            <a:ext cx="2462451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2906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8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5453" rtl="0" eaLnBrk="1" latinLnBrk="0" hangingPunct="1">
        <a:lnSpc>
          <a:spcPct val="90000"/>
        </a:lnSpc>
        <a:spcBef>
          <a:spcPct val="0"/>
        </a:spcBef>
        <a:buNone/>
        <a:defRPr sz="18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863" indent="-93863" algn="l" defTabSz="375453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81589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469316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1" kern="1200">
          <a:solidFill>
            <a:schemeClr val="tx1"/>
          </a:solidFill>
          <a:latin typeface="+mn-lt"/>
          <a:ea typeface="+mn-ea"/>
          <a:cs typeface="+mn-cs"/>
        </a:defRPr>
      </a:lvl3pPr>
      <a:lvl4pPr marL="657042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844768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1032495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220221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407947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95674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1pPr>
      <a:lvl2pPr marL="187726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2pPr>
      <a:lvl3pPr marL="375453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3pPr>
      <a:lvl4pPr marL="563179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750905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938632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126358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314084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01811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united states&#10;&#10;Description automatically generated">
            <a:extLst>
              <a:ext uri="{FF2B5EF4-FFF2-40B4-BE49-F238E27FC236}">
                <a16:creationId xmlns:a16="http://schemas.microsoft.com/office/drawing/2014/main" id="{E37F855C-6894-55E4-13CD-38F23A7BC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93" y="0"/>
            <a:ext cx="5163079" cy="2816225"/>
          </a:xfrm>
          <a:prstGeom prst="rect">
            <a:avLst/>
          </a:prstGeo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8706E90C-5197-AC53-A8B0-E40177E9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153584" cy="281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73C7D-D684-6EF1-A87F-6DE924553DB5}"/>
              </a:ext>
            </a:extLst>
          </p:cNvPr>
          <p:cNvSpPr txBox="1"/>
          <p:nvPr/>
        </p:nvSpPr>
        <p:spPr>
          <a:xfrm>
            <a:off x="86765" y="-40554"/>
            <a:ext cx="183758" cy="21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A866-B33F-7098-341E-1A729D51A8C5}"/>
              </a:ext>
            </a:extLst>
          </p:cNvPr>
          <p:cNvSpPr txBox="1"/>
          <p:nvPr/>
        </p:nvSpPr>
        <p:spPr>
          <a:xfrm>
            <a:off x="2115036" y="-45812"/>
            <a:ext cx="131314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447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2476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Augusto</dc:creator>
  <cp:lastModifiedBy>cmainov@outlook.com</cp:lastModifiedBy>
  <cp:revision>19</cp:revision>
  <dcterms:created xsi:type="dcterms:W3CDTF">2023-08-17T19:00:31Z</dcterms:created>
  <dcterms:modified xsi:type="dcterms:W3CDTF">2025-05-20T17:51:03Z</dcterms:modified>
</cp:coreProperties>
</file>
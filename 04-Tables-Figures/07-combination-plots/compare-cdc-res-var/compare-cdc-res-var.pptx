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94456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33"/>
    <p:restoredTop sz="94656"/>
  </p:normalViewPr>
  <p:slideViewPr>
    <p:cSldViewPr snapToGrid="0">
      <p:cViewPr varScale="1">
        <p:scale>
          <a:sx n="107" d="100"/>
          <a:sy n="107" d="100"/>
        </p:scale>
        <p:origin x="1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3B5052-A6F1-4446-BB08-BE6E155F2B31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1143000"/>
            <a:ext cx="4251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A11C2-DCF6-EF49-A025-6917BDF43C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03338" y="1143000"/>
            <a:ext cx="42513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11C2-DCF6-EF49-A025-6917BDF43C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5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8422" y="1122363"/>
            <a:ext cx="802878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0703" y="3602038"/>
            <a:ext cx="70842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557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467" y="1709740"/>
            <a:ext cx="81468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467" y="4589465"/>
            <a:ext cx="814685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85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9387" y="1825625"/>
            <a:ext cx="40143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847" y="1825625"/>
            <a:ext cx="401439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6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617" y="365126"/>
            <a:ext cx="814685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618" y="1681163"/>
            <a:ext cx="399594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618" y="2505075"/>
            <a:ext cx="399594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1848" y="1681163"/>
            <a:ext cx="401562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1848" y="2505075"/>
            <a:ext cx="401562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97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0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617" y="457200"/>
            <a:ext cx="304646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5621" y="987426"/>
            <a:ext cx="47818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617" y="2057400"/>
            <a:ext cx="304646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42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617" y="457200"/>
            <a:ext cx="304646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5621" y="987426"/>
            <a:ext cx="478184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617" y="2057400"/>
            <a:ext cx="304646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3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9526" y="365125"/>
            <a:ext cx="20367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9387" y="365125"/>
            <a:ext cx="599206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89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9387" y="365126"/>
            <a:ext cx="81468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387" y="1825625"/>
            <a:ext cx="81468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9387" y="6356352"/>
            <a:ext cx="2125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D7ACA-B4EA-E04A-9C29-C30F6B6E7604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8864" y="6356352"/>
            <a:ext cx="3187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0972" y="6356352"/>
            <a:ext cx="2125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D4A44-699E-DD4D-9407-59F7498B1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42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a number of objects&#10;&#10;Description automatically generated with medium confidence">
            <a:extLst>
              <a:ext uri="{FF2B5EF4-FFF2-40B4-BE49-F238E27FC236}">
                <a16:creationId xmlns:a16="http://schemas.microsoft.com/office/drawing/2014/main" id="{DC1AB7F4-BCAC-1858-A9FF-1BF83B1FD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80" y="0"/>
            <a:ext cx="4572000" cy="6858000"/>
          </a:xfrm>
          <a:prstGeom prst="rect">
            <a:avLst/>
          </a:prstGeom>
        </p:spPr>
      </p:pic>
      <p:pic>
        <p:nvPicPr>
          <p:cNvPr id="4" name="Picture 3" descr="A graph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0D7328C4-485E-926D-F8C5-D28905387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12" y="8788"/>
            <a:ext cx="457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29D0CC-05B7-A07A-AE58-85A0913DB6D6}"/>
              </a:ext>
            </a:extLst>
          </p:cNvPr>
          <p:cNvSpPr txBox="1"/>
          <p:nvPr/>
        </p:nvSpPr>
        <p:spPr>
          <a:xfrm>
            <a:off x="0" y="8788"/>
            <a:ext cx="670129" cy="295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17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384E6-817B-A794-AEB4-3959ECEED77D}"/>
              </a:ext>
            </a:extLst>
          </p:cNvPr>
          <p:cNvSpPr txBox="1"/>
          <p:nvPr/>
        </p:nvSpPr>
        <p:spPr>
          <a:xfrm>
            <a:off x="4722812" y="8788"/>
            <a:ext cx="670129" cy="295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17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61703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</TotalTime>
  <Words>3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(NIH/NIA/IRP) [F]</dc:creator>
  <cp:lastModifiedBy>cmainov@outlook.com</cp:lastModifiedBy>
  <cp:revision>9</cp:revision>
  <dcterms:created xsi:type="dcterms:W3CDTF">2023-08-20T12:54:46Z</dcterms:created>
  <dcterms:modified xsi:type="dcterms:W3CDTF">2025-05-20T17:39:06Z</dcterms:modified>
</cp:coreProperties>
</file>
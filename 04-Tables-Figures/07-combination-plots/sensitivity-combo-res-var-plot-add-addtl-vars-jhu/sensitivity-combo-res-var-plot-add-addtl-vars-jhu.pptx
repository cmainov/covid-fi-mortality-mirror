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6" r:id="rId1"/>
  </p:sldMasterIdLst>
  <p:sldIdLst>
    <p:sldId id="258" r:id="rId2"/>
  </p:sldIdLst>
  <p:sldSz cx="7296150" cy="2816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33"/>
    <p:restoredTop sz="95909"/>
  </p:normalViewPr>
  <p:slideViewPr>
    <p:cSldViewPr snapToGrid="0">
      <p:cViewPr varScale="1">
        <p:scale>
          <a:sx n="194" d="100"/>
          <a:sy n="194" d="100"/>
        </p:scale>
        <p:origin x="200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019" y="460896"/>
            <a:ext cx="5472113" cy="980464"/>
          </a:xfrm>
        </p:spPr>
        <p:txBody>
          <a:bodyPr anchor="b"/>
          <a:lstStyle>
            <a:lvl1pPr algn="ctr">
              <a:defRPr sz="2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2019" y="1479170"/>
            <a:ext cx="5472113" cy="679936"/>
          </a:xfrm>
        </p:spPr>
        <p:txBody>
          <a:bodyPr/>
          <a:lstStyle>
            <a:lvl1pPr marL="0" indent="0" algn="ctr">
              <a:buNone/>
              <a:defRPr sz="985"/>
            </a:lvl1pPr>
            <a:lvl2pPr marL="187726" indent="0" algn="ctr">
              <a:buNone/>
              <a:defRPr sz="821"/>
            </a:lvl2pPr>
            <a:lvl3pPr marL="375453" indent="0" algn="ctr">
              <a:buNone/>
              <a:defRPr sz="739"/>
            </a:lvl3pPr>
            <a:lvl4pPr marL="563179" indent="0" algn="ctr">
              <a:buNone/>
              <a:defRPr sz="657"/>
            </a:lvl4pPr>
            <a:lvl5pPr marL="750905" indent="0" algn="ctr">
              <a:buNone/>
              <a:defRPr sz="657"/>
            </a:lvl5pPr>
            <a:lvl6pPr marL="938632" indent="0" algn="ctr">
              <a:buNone/>
              <a:defRPr sz="657"/>
            </a:lvl6pPr>
            <a:lvl7pPr marL="1126358" indent="0" algn="ctr">
              <a:buNone/>
              <a:defRPr sz="657"/>
            </a:lvl7pPr>
            <a:lvl8pPr marL="1314084" indent="0" algn="ctr">
              <a:buNone/>
              <a:defRPr sz="657"/>
            </a:lvl8pPr>
            <a:lvl9pPr marL="1501811" indent="0" algn="ctr">
              <a:buNone/>
              <a:defRPr sz="65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28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27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810" y="702101"/>
            <a:ext cx="6292929" cy="1171471"/>
          </a:xfrm>
        </p:spPr>
        <p:txBody>
          <a:bodyPr anchor="b"/>
          <a:lstStyle>
            <a:lvl1pPr>
              <a:defRPr sz="2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810" y="1884655"/>
            <a:ext cx="6292929" cy="616049"/>
          </a:xfrm>
        </p:spPr>
        <p:txBody>
          <a:bodyPr/>
          <a:lstStyle>
            <a:lvl1pPr marL="0" indent="0">
              <a:buNone/>
              <a:defRPr sz="985">
                <a:solidFill>
                  <a:schemeClr val="tx1">
                    <a:tint val="75000"/>
                  </a:schemeClr>
                </a:solidFill>
              </a:defRPr>
            </a:lvl1pPr>
            <a:lvl2pPr marL="187726" indent="0">
              <a:buNone/>
              <a:defRPr sz="821">
                <a:solidFill>
                  <a:schemeClr val="tx1">
                    <a:tint val="75000"/>
                  </a:schemeClr>
                </a:solidFill>
              </a:defRPr>
            </a:lvl2pPr>
            <a:lvl3pPr marL="375453" indent="0">
              <a:buNone/>
              <a:defRPr sz="739">
                <a:solidFill>
                  <a:schemeClr val="tx1">
                    <a:tint val="75000"/>
                  </a:schemeClr>
                </a:solidFill>
              </a:defRPr>
            </a:lvl3pPr>
            <a:lvl4pPr marL="563179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4pPr>
            <a:lvl5pPr marL="750905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5pPr>
            <a:lvl6pPr marL="938632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6pPr>
            <a:lvl7pPr marL="1126358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7pPr>
            <a:lvl8pPr marL="1314084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8pPr>
            <a:lvl9pPr marL="1501811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66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1610" y="749689"/>
            <a:ext cx="3100864" cy="17868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93676" y="749689"/>
            <a:ext cx="3100864" cy="17868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29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61" y="149938"/>
            <a:ext cx="6292929" cy="544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561" y="690366"/>
            <a:ext cx="3086613" cy="338338"/>
          </a:xfrm>
        </p:spPr>
        <p:txBody>
          <a:bodyPr anchor="b"/>
          <a:lstStyle>
            <a:lvl1pPr marL="0" indent="0">
              <a:buNone/>
              <a:defRPr sz="985" b="1"/>
            </a:lvl1pPr>
            <a:lvl2pPr marL="187726" indent="0">
              <a:buNone/>
              <a:defRPr sz="821" b="1"/>
            </a:lvl2pPr>
            <a:lvl3pPr marL="375453" indent="0">
              <a:buNone/>
              <a:defRPr sz="739" b="1"/>
            </a:lvl3pPr>
            <a:lvl4pPr marL="563179" indent="0">
              <a:buNone/>
              <a:defRPr sz="657" b="1"/>
            </a:lvl4pPr>
            <a:lvl5pPr marL="750905" indent="0">
              <a:buNone/>
              <a:defRPr sz="657" b="1"/>
            </a:lvl5pPr>
            <a:lvl6pPr marL="938632" indent="0">
              <a:buNone/>
              <a:defRPr sz="657" b="1"/>
            </a:lvl6pPr>
            <a:lvl7pPr marL="1126358" indent="0">
              <a:buNone/>
              <a:defRPr sz="657" b="1"/>
            </a:lvl7pPr>
            <a:lvl8pPr marL="1314084" indent="0">
              <a:buNone/>
              <a:defRPr sz="657" b="1"/>
            </a:lvl8pPr>
            <a:lvl9pPr marL="1501811" indent="0">
              <a:buNone/>
              <a:defRPr sz="6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561" y="1028705"/>
            <a:ext cx="3086613" cy="1513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93676" y="690366"/>
            <a:ext cx="3101814" cy="338338"/>
          </a:xfrm>
        </p:spPr>
        <p:txBody>
          <a:bodyPr anchor="b"/>
          <a:lstStyle>
            <a:lvl1pPr marL="0" indent="0">
              <a:buNone/>
              <a:defRPr sz="985" b="1"/>
            </a:lvl1pPr>
            <a:lvl2pPr marL="187726" indent="0">
              <a:buNone/>
              <a:defRPr sz="821" b="1"/>
            </a:lvl2pPr>
            <a:lvl3pPr marL="375453" indent="0">
              <a:buNone/>
              <a:defRPr sz="739" b="1"/>
            </a:lvl3pPr>
            <a:lvl4pPr marL="563179" indent="0">
              <a:buNone/>
              <a:defRPr sz="657" b="1"/>
            </a:lvl4pPr>
            <a:lvl5pPr marL="750905" indent="0">
              <a:buNone/>
              <a:defRPr sz="657" b="1"/>
            </a:lvl5pPr>
            <a:lvl6pPr marL="938632" indent="0">
              <a:buNone/>
              <a:defRPr sz="657" b="1"/>
            </a:lvl6pPr>
            <a:lvl7pPr marL="1126358" indent="0">
              <a:buNone/>
              <a:defRPr sz="657" b="1"/>
            </a:lvl7pPr>
            <a:lvl8pPr marL="1314084" indent="0">
              <a:buNone/>
              <a:defRPr sz="657" b="1"/>
            </a:lvl8pPr>
            <a:lvl9pPr marL="1501811" indent="0">
              <a:buNone/>
              <a:defRPr sz="6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93676" y="1028705"/>
            <a:ext cx="3101814" cy="1513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0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39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9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61" y="187748"/>
            <a:ext cx="2353198" cy="657119"/>
          </a:xfrm>
        </p:spPr>
        <p:txBody>
          <a:bodyPr anchor="b"/>
          <a:lstStyle>
            <a:lvl1pPr>
              <a:defRPr sz="13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1814" y="405484"/>
            <a:ext cx="3693676" cy="2001345"/>
          </a:xfrm>
        </p:spPr>
        <p:txBody>
          <a:bodyPr/>
          <a:lstStyle>
            <a:lvl1pPr>
              <a:defRPr sz="1314"/>
            </a:lvl1pPr>
            <a:lvl2pPr>
              <a:defRPr sz="1150"/>
            </a:lvl2pPr>
            <a:lvl3pPr>
              <a:defRPr sz="985"/>
            </a:lvl3pPr>
            <a:lvl4pPr>
              <a:defRPr sz="821"/>
            </a:lvl4pPr>
            <a:lvl5pPr>
              <a:defRPr sz="821"/>
            </a:lvl5pPr>
            <a:lvl6pPr>
              <a:defRPr sz="821"/>
            </a:lvl6pPr>
            <a:lvl7pPr>
              <a:defRPr sz="821"/>
            </a:lvl7pPr>
            <a:lvl8pPr>
              <a:defRPr sz="821"/>
            </a:lvl8pPr>
            <a:lvl9pPr>
              <a:defRPr sz="82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561" y="844867"/>
            <a:ext cx="2353198" cy="1565222"/>
          </a:xfrm>
        </p:spPr>
        <p:txBody>
          <a:bodyPr/>
          <a:lstStyle>
            <a:lvl1pPr marL="0" indent="0">
              <a:buNone/>
              <a:defRPr sz="657"/>
            </a:lvl1pPr>
            <a:lvl2pPr marL="187726" indent="0">
              <a:buNone/>
              <a:defRPr sz="575"/>
            </a:lvl2pPr>
            <a:lvl3pPr marL="375453" indent="0">
              <a:buNone/>
              <a:defRPr sz="493"/>
            </a:lvl3pPr>
            <a:lvl4pPr marL="563179" indent="0">
              <a:buNone/>
              <a:defRPr sz="411"/>
            </a:lvl4pPr>
            <a:lvl5pPr marL="750905" indent="0">
              <a:buNone/>
              <a:defRPr sz="411"/>
            </a:lvl5pPr>
            <a:lvl6pPr marL="938632" indent="0">
              <a:buNone/>
              <a:defRPr sz="411"/>
            </a:lvl6pPr>
            <a:lvl7pPr marL="1126358" indent="0">
              <a:buNone/>
              <a:defRPr sz="411"/>
            </a:lvl7pPr>
            <a:lvl8pPr marL="1314084" indent="0">
              <a:buNone/>
              <a:defRPr sz="411"/>
            </a:lvl8pPr>
            <a:lvl9pPr marL="1501811" indent="0">
              <a:buNone/>
              <a:defRPr sz="4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68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61" y="187748"/>
            <a:ext cx="2353198" cy="657119"/>
          </a:xfrm>
        </p:spPr>
        <p:txBody>
          <a:bodyPr anchor="b"/>
          <a:lstStyle>
            <a:lvl1pPr>
              <a:defRPr sz="13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1814" y="405484"/>
            <a:ext cx="3693676" cy="2001345"/>
          </a:xfrm>
        </p:spPr>
        <p:txBody>
          <a:bodyPr anchor="t"/>
          <a:lstStyle>
            <a:lvl1pPr marL="0" indent="0">
              <a:buNone/>
              <a:defRPr sz="1314"/>
            </a:lvl1pPr>
            <a:lvl2pPr marL="187726" indent="0">
              <a:buNone/>
              <a:defRPr sz="1150"/>
            </a:lvl2pPr>
            <a:lvl3pPr marL="375453" indent="0">
              <a:buNone/>
              <a:defRPr sz="985"/>
            </a:lvl3pPr>
            <a:lvl4pPr marL="563179" indent="0">
              <a:buNone/>
              <a:defRPr sz="821"/>
            </a:lvl4pPr>
            <a:lvl5pPr marL="750905" indent="0">
              <a:buNone/>
              <a:defRPr sz="821"/>
            </a:lvl5pPr>
            <a:lvl6pPr marL="938632" indent="0">
              <a:buNone/>
              <a:defRPr sz="821"/>
            </a:lvl6pPr>
            <a:lvl7pPr marL="1126358" indent="0">
              <a:buNone/>
              <a:defRPr sz="821"/>
            </a:lvl7pPr>
            <a:lvl8pPr marL="1314084" indent="0">
              <a:buNone/>
              <a:defRPr sz="821"/>
            </a:lvl8pPr>
            <a:lvl9pPr marL="1501811" indent="0">
              <a:buNone/>
              <a:defRPr sz="82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561" y="844867"/>
            <a:ext cx="2353198" cy="1565222"/>
          </a:xfrm>
        </p:spPr>
        <p:txBody>
          <a:bodyPr/>
          <a:lstStyle>
            <a:lvl1pPr marL="0" indent="0">
              <a:buNone/>
              <a:defRPr sz="657"/>
            </a:lvl1pPr>
            <a:lvl2pPr marL="187726" indent="0">
              <a:buNone/>
              <a:defRPr sz="575"/>
            </a:lvl2pPr>
            <a:lvl3pPr marL="375453" indent="0">
              <a:buNone/>
              <a:defRPr sz="493"/>
            </a:lvl3pPr>
            <a:lvl4pPr marL="563179" indent="0">
              <a:buNone/>
              <a:defRPr sz="411"/>
            </a:lvl4pPr>
            <a:lvl5pPr marL="750905" indent="0">
              <a:buNone/>
              <a:defRPr sz="411"/>
            </a:lvl5pPr>
            <a:lvl6pPr marL="938632" indent="0">
              <a:buNone/>
              <a:defRPr sz="411"/>
            </a:lvl6pPr>
            <a:lvl7pPr marL="1126358" indent="0">
              <a:buNone/>
              <a:defRPr sz="411"/>
            </a:lvl7pPr>
            <a:lvl8pPr marL="1314084" indent="0">
              <a:buNone/>
              <a:defRPr sz="411"/>
            </a:lvl8pPr>
            <a:lvl9pPr marL="1501811" indent="0">
              <a:buNone/>
              <a:defRPr sz="4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0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98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21308" y="149938"/>
            <a:ext cx="1573232" cy="23866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1610" y="149938"/>
            <a:ext cx="4628495" cy="23866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704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1611" y="149938"/>
            <a:ext cx="6292929" cy="544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1611" y="749689"/>
            <a:ext cx="6292929" cy="17868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1610" y="2610224"/>
            <a:ext cx="1641634" cy="149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16850" y="2610224"/>
            <a:ext cx="2462451" cy="149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52906" y="2610224"/>
            <a:ext cx="1641634" cy="149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8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375453" rtl="0" eaLnBrk="1" latinLnBrk="0" hangingPunct="1">
        <a:lnSpc>
          <a:spcPct val="90000"/>
        </a:lnSpc>
        <a:spcBef>
          <a:spcPct val="0"/>
        </a:spcBef>
        <a:buNone/>
        <a:defRPr sz="18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3863" indent="-93863" algn="l" defTabSz="375453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1pPr>
      <a:lvl2pPr marL="281589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985" kern="1200">
          <a:solidFill>
            <a:schemeClr val="tx1"/>
          </a:solidFill>
          <a:latin typeface="+mn-lt"/>
          <a:ea typeface="+mn-ea"/>
          <a:cs typeface="+mn-cs"/>
        </a:defRPr>
      </a:lvl2pPr>
      <a:lvl3pPr marL="469316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821" kern="1200">
          <a:solidFill>
            <a:schemeClr val="tx1"/>
          </a:solidFill>
          <a:latin typeface="+mn-lt"/>
          <a:ea typeface="+mn-ea"/>
          <a:cs typeface="+mn-cs"/>
        </a:defRPr>
      </a:lvl3pPr>
      <a:lvl4pPr marL="657042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4pPr>
      <a:lvl5pPr marL="844768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5pPr>
      <a:lvl6pPr marL="1032495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6pPr>
      <a:lvl7pPr marL="1220221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7pPr>
      <a:lvl8pPr marL="1407947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8pPr>
      <a:lvl9pPr marL="1595674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1pPr>
      <a:lvl2pPr marL="187726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2pPr>
      <a:lvl3pPr marL="375453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3pPr>
      <a:lvl4pPr marL="563179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4pPr>
      <a:lvl5pPr marL="750905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5pPr>
      <a:lvl6pPr marL="938632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6pPr>
      <a:lvl7pPr marL="1126358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7pPr>
      <a:lvl8pPr marL="1314084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8pPr>
      <a:lvl9pPr marL="1501811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map of the united states&#10;&#10;Description automatically generated">
            <a:extLst>
              <a:ext uri="{FF2B5EF4-FFF2-40B4-BE49-F238E27FC236}">
                <a16:creationId xmlns:a16="http://schemas.microsoft.com/office/drawing/2014/main" id="{09DE5B44-9195-DF86-C262-E491FE7FF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071" y="40554"/>
            <a:ext cx="5163079" cy="2816225"/>
          </a:xfrm>
          <a:prstGeom prst="rect">
            <a:avLst/>
          </a:prstGeom>
        </p:spPr>
      </p:pic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485B0299-71E6-401D-BC42-959D3B7E6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490" y="0"/>
            <a:ext cx="2288183" cy="2816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773C7D-D684-6EF1-A87F-6DE924553DB5}"/>
              </a:ext>
            </a:extLst>
          </p:cNvPr>
          <p:cNvSpPr txBox="1"/>
          <p:nvPr/>
        </p:nvSpPr>
        <p:spPr>
          <a:xfrm>
            <a:off x="86765" y="-40554"/>
            <a:ext cx="183758" cy="21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1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1AA866-B33F-7098-341E-1A729D51A8C5}"/>
              </a:ext>
            </a:extLst>
          </p:cNvPr>
          <p:cNvSpPr txBox="1"/>
          <p:nvPr/>
        </p:nvSpPr>
        <p:spPr>
          <a:xfrm>
            <a:off x="2115036" y="-45812"/>
            <a:ext cx="131314" cy="229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9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144797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2503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Maino Vieytes, Christian Augusto</dc:creator>
  <cp:lastModifiedBy>cmainov@outlook.com</cp:lastModifiedBy>
  <cp:revision>21</cp:revision>
  <dcterms:created xsi:type="dcterms:W3CDTF">2023-08-17T19:00:31Z</dcterms:created>
  <dcterms:modified xsi:type="dcterms:W3CDTF">2025-05-20T21:04:30Z</dcterms:modified>
</cp:coreProperties>
</file>
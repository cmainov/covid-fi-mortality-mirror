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33"/>
    <p:restoredTop sz="94656"/>
  </p:normalViewPr>
  <p:slideViewPr>
    <p:cSldViewPr snapToGrid="0">
      <p:cViewPr varScale="1">
        <p:scale>
          <a:sx n="107" d="100"/>
          <a:sy n="107" d="100"/>
        </p:scale>
        <p:origin x="5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3B5052-A6F1-4446-BB08-BE6E155F2B31}" type="datetimeFigureOut">
              <a:rPr lang="en-US" smtClean="0"/>
              <a:t>5/20/25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A11C2-DCF6-EF49-A025-6917BDF4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40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AA11C2-DCF6-EF49-A025-6917BDF43C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957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7B392-A307-3217-5A80-05AA2B2D4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FC10FF-9E25-24FC-A64B-F11F658A94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42FEF-B5D2-53E1-A551-2D6408660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ACA-B4EA-E04A-9C29-C30F6B6E7604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911DE-36C6-4DC3-08C5-03F1F2CA4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90B35-7724-36B4-1C04-F83B6B46E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4A44-699E-DD4D-9407-59F7498B1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83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0FEE7-B59A-40ED-0B49-3583C6EB3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D08E5-8FC3-7D49-BF91-5723E6048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1590E-00D9-4996-7FB8-2570B0236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ACA-B4EA-E04A-9C29-C30F6B6E7604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2248F-2CE5-68A6-8BDE-093A3EE7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C3325-6B16-3905-2199-C994B91C6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4A44-699E-DD4D-9407-59F7498B1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191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E43B3-D2ED-F90D-2F9F-6927EE3CC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2A03BF-F073-3AB4-3B61-0228C26FE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46874-211B-112D-E9FF-885E62A03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ACA-B4EA-E04A-9C29-C30F6B6E7604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59E3F-062D-3756-1074-830FD8527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6A9C4-DE38-EA06-C092-728959CAE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4A44-699E-DD4D-9407-59F7498B1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059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27CA9-4889-839F-EFE0-8D655599D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6EAED-B53F-76A2-AEBC-D09FAFFF7B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DAE26B-1EB9-6060-07C5-CE7E0B887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0B49C-B653-D651-2BC6-D720A0397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ACA-B4EA-E04A-9C29-C30F6B6E7604}" type="datetimeFigureOut">
              <a:rPr lang="en-US" smtClean="0"/>
              <a:t>5/20/25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DB1CC3-BEB3-1A5E-AC40-E632E875E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26D81F-9307-634A-D2CB-A22714733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4A44-699E-DD4D-9407-59F7498B1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811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1B3E4-5C09-AE78-46F3-60CD512CC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D8FA9-22C5-4FD0-8CE0-17BEEEA77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20A3E0-1D6E-7354-573D-FDF5232B91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288E43-A763-E53A-EFDD-ABA73E5F4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5C2110-9D5E-23CC-8DD6-34B8A4AF87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907F93-20EF-EBA2-93E2-7872EBF80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ACA-B4EA-E04A-9C29-C30F6B6E7604}" type="datetimeFigureOut">
              <a:rPr lang="en-US" smtClean="0"/>
              <a:t>5/20/25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C6ECE5-4A58-426E-038E-D886205C4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EAEA87-051A-82AB-1CFC-6A63813C1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4A44-699E-DD4D-9407-59F7498B1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753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B780F-BE94-99CA-D875-5FDC16CCD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C2FF82-1640-4093-9A2C-90CB03CC0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ACA-B4EA-E04A-9C29-C30F6B6E7604}" type="datetimeFigureOut">
              <a:rPr lang="en-US" smtClean="0"/>
              <a:t>5/20/25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48D85B-CF18-FE56-2BB3-89125F57A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CA6206-789E-067B-7067-3B221E73E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4A44-699E-DD4D-9407-59F7498B1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535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2B7646-7943-A16B-1040-AA01FA49E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ACA-B4EA-E04A-9C29-C30F6B6E7604}" type="datetimeFigureOut">
              <a:rPr lang="en-US" smtClean="0"/>
              <a:t>5/20/25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9C9C26-919C-26A8-FC12-ED6A3523C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8FB0F-5496-CC41-3DD7-7A51D8B04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4A44-699E-DD4D-9407-59F7498B1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515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38459-AA4C-4B15-C5C9-59AB963E6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932CD-3525-945C-26BA-96815850A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ECDCB9-4003-600B-E175-0E1848BEB3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114050-F13E-9752-078B-AF06DEB72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ACA-B4EA-E04A-9C29-C30F6B6E7604}" type="datetimeFigureOut">
              <a:rPr lang="en-US" smtClean="0"/>
              <a:t>5/20/25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212E3-8F9B-69EB-8786-15EB9AAC0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886DD-E8D2-82A2-5309-0DB36F8A8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4A44-699E-DD4D-9407-59F7498B1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582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28492-008D-FC08-BFF6-DE162CEFB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904D00-5FE1-C08B-679F-6193A79A86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0DBC13-106C-6069-7AE6-6250C01F7E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FE1D18-4601-F936-E02B-8FEFA135C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ACA-B4EA-E04A-9C29-C30F6B6E7604}" type="datetimeFigureOut">
              <a:rPr lang="en-US" smtClean="0"/>
              <a:t>5/20/25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FABD7-B181-1225-1E91-CC38BCDF9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63BF49-96B8-9A0D-ACC2-6151C0BB8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4A44-699E-DD4D-9407-59F7498B1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393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36BE5-7963-BA54-9C4D-3C3A61EF7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E4C09-9130-F553-BC06-EE9A56DB60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5C46D-FBF5-9869-D511-6E4E31A69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ACA-B4EA-E04A-9C29-C30F6B6E7604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AAFAF-3BCD-76A5-3C57-CA446B0B1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82951-52A6-7F17-69DD-05761172F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4A44-699E-DD4D-9407-59F7498B1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9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0268D5-0304-561A-44D6-A8AD39D79C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37A28B-3B14-893B-9F8A-D087DEF922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D520A-A0D2-DD48-052E-7183C4EF1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ACA-B4EA-E04A-9C29-C30F6B6E7604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30C3A-AD6F-0265-7610-60887C941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7FFF3-F3DA-1A2E-BB0A-E0921391A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4A44-699E-DD4D-9407-59F7498B1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898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E18C4F-426C-0C98-AC7F-D4A9DCA72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1AC41-CA2A-AA3A-C5C6-594D9303B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08C49-E09B-BE93-0622-20876D24BB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D7ACA-B4EA-E04A-9C29-C30F6B6E7604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2C586-24A7-9354-E87A-F39AED3A59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801DF-7C8D-02DE-65A2-8994488F0E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1D4A44-699E-DD4D-9407-59F7498B1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757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different colored bars&#10;&#10;Description automatically generated with medium confidence">
            <a:extLst>
              <a:ext uri="{FF2B5EF4-FFF2-40B4-BE49-F238E27FC236}">
                <a16:creationId xmlns:a16="http://schemas.microsoft.com/office/drawing/2014/main" id="{544EE198-DEF1-DC7B-0DB3-6DD970AD9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1" y="40519"/>
            <a:ext cx="457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129D0CC-05B7-A07A-AE58-85A0913DB6D6}"/>
              </a:ext>
            </a:extLst>
          </p:cNvPr>
          <p:cNvSpPr txBox="1"/>
          <p:nvPr/>
        </p:nvSpPr>
        <p:spPr>
          <a:xfrm>
            <a:off x="-73573" y="-63153"/>
            <a:ext cx="86497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B384E6-817B-A794-AEB4-3959ECEED77D}"/>
              </a:ext>
            </a:extLst>
          </p:cNvPr>
          <p:cNvSpPr txBox="1"/>
          <p:nvPr/>
        </p:nvSpPr>
        <p:spPr>
          <a:xfrm>
            <a:off x="4740164" y="-63153"/>
            <a:ext cx="86497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pic>
        <p:nvPicPr>
          <p:cNvPr id="7" name="Picture 6" descr="A graph with a line&#10;&#10;Description automatically generated">
            <a:extLst>
              <a:ext uri="{FF2B5EF4-FFF2-40B4-BE49-F238E27FC236}">
                <a16:creationId xmlns:a16="http://schemas.microsoft.com/office/drawing/2014/main" id="{5E57C82D-2A11-81F5-429E-99FE6F72DE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3702" y="290790"/>
            <a:ext cx="6622473" cy="5676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032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</Words>
  <Application>Microsoft Macintosh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Maino Vieytes, Christian (NIH/NIA/IRP) [F]</dc:creator>
  <cp:lastModifiedBy>cmainov@outlook.com</cp:lastModifiedBy>
  <cp:revision>9</cp:revision>
  <dcterms:created xsi:type="dcterms:W3CDTF">2023-08-20T12:54:46Z</dcterms:created>
  <dcterms:modified xsi:type="dcterms:W3CDTF">2025-05-20T17:32:26Z</dcterms:modified>
</cp:coreProperties>
</file>